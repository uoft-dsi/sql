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98"/>
    <p:restoredTop sz="94668"/>
  </p:normalViewPr>
  <p:slideViewPr>
    <p:cSldViewPr snapToGrid="0">
      <p:cViewPr varScale="1">
        <p:scale>
          <a:sx n="72" d="100"/>
          <a:sy n="72" d="100"/>
        </p:scale>
        <p:origin x="240" y="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360D-CE1E-6872-7294-F10F57E82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6B1F8-107A-E22F-BB46-4000FCB8B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D3964-8735-298D-4CFA-C813EC16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0F4A-871A-3E48-A18E-5A815D342F00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D7255-D798-9896-4C2A-910BFAEAF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C71AF-CEB3-9A3C-F195-870359FA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9A6-4F5F-A04E-A517-01A9B1CE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69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10E64-F4EF-A966-314E-3A36C5AC2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B8DF0-AD82-C4F7-3FA0-5B6477130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292E5-9BF4-41C7-8542-EE9E80620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0F4A-871A-3E48-A18E-5A815D342F00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DA764-C97E-E1D7-4B51-B7C4C599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B3E39-E063-E7E7-C5EA-5F0DE801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9A6-4F5F-A04E-A517-01A9B1CE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4169-8C40-2060-09AA-73019EC2E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D6EF7-E759-3793-FC94-1EBE1BCA9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E93A8-5085-896F-77F6-03DB95BF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0F4A-871A-3E48-A18E-5A815D342F00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D8A04-E68A-BC5F-ACEE-1FEEE5E8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F8256-2A2F-E30A-809C-CB5012B3F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9A6-4F5F-A04E-A517-01A9B1CE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8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27CB-C240-B568-9E05-53E8AE68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B42EA-D86B-26BC-277C-A3C2E1F74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55D2B-19DA-0B81-E940-518A158A0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957D8-1F80-11C4-BBE6-99D48D1E6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0F4A-871A-3E48-A18E-5A815D342F00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84D39-11DC-700D-B88C-C884D35BD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73C78-2DDA-7FF0-46EF-2CC0CDE3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9A6-4F5F-A04E-A517-01A9B1CE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4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8CD5E-C4DA-694E-2BEF-EFE08F9F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1DC01-F54C-E6DE-9948-1C84D2C50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73FE9-AD84-9E86-989D-38CB76EEF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CE572-E05F-64BF-B4FF-64E4318AD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85789C-19A2-7471-A57A-522AEB5B4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0A937E-0B53-3E43-EB44-0E1BBEA56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0F4A-871A-3E48-A18E-5A815D342F00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93E5AF-42CF-3C51-53A1-B66878FC7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4066D-175A-C98F-6AA4-FE7D28886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9A6-4F5F-A04E-A517-01A9B1CE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3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7732-9DE8-24F7-3CED-01D30265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01BBE7-ECDD-D93B-3715-A7D38DEB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0F4A-871A-3E48-A18E-5A815D342F00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87458-FABB-69E4-3A66-046657008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F39AC-1FF5-96DE-6338-611B4316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9A6-4F5F-A04E-A517-01A9B1CE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04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84D687-7075-8DBD-9A34-08BC2B8B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0F4A-871A-3E48-A18E-5A815D342F00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E9B30-4F7C-4EBF-1AFC-6DFFF157B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4CA35-6D44-E0EE-65B5-2E1C2B05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9A6-4F5F-A04E-A517-01A9B1CE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38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0A411-B3EE-4748-A7FE-4823E11EE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941CB-68D7-2576-6C7C-24358450C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B8C25-40F3-BC83-B1DB-0ABE3E13E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06BC4-99B4-568A-4407-E21BFC939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0F4A-871A-3E48-A18E-5A815D342F00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7F445-93B5-AEA5-6909-D17B04609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7AFB4-248F-51DC-78CD-9D3784EB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9A6-4F5F-A04E-A517-01A9B1CE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D030-FC2C-2736-B690-7550C809F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B5072-E915-8F2B-8762-0EAF2482FA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6072-8EE0-099D-70E2-92031EFFE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C189C-6A2C-FE0C-E4AB-A5D18FCCA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0F4A-871A-3E48-A18E-5A815D342F00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B1D0A-00D8-B109-101F-306617090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F51B2-698B-D6FE-47AB-D780DF93C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9A6-4F5F-A04E-A517-01A9B1CE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41D5-ABED-DB0C-2339-64E5D57D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70FAC-4ED7-865F-98F0-10BFDF207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45ABF-4C43-178E-5D3E-978A89AD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0F4A-871A-3E48-A18E-5A815D342F00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7938D-74B2-F2FD-0FD4-87C16C957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6D12F-04D8-9722-36E1-1F7779FE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9A6-4F5F-A04E-A517-01A9B1CE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2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1779E-A25F-25CF-2205-665646366A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09FE58-3474-2B92-C3DA-22EA82112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F12AE-5F41-6628-ED8B-EFAF66CCA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0F4A-871A-3E48-A18E-5A815D342F00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CE8B9-DA8B-9F97-0500-02007C44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C529B-6D15-F908-5D80-AD7AC2DE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E9A6-4F5F-A04E-A517-01A9B1CE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26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2D069C-8016-9D99-189D-1E22D886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335ED-7242-8EEA-5412-59800982F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99910-5AB5-DC63-9939-328FB1350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40F4A-871A-3E48-A18E-5A815D342F00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FE67D-D52C-87A9-911C-3BD00929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EBAF6-235A-8C00-1434-D3541FAB7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8E9A6-4F5F-A04E-A517-01A9B1CEC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75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F4A67D-F5F3-74F8-C53A-EE2B59D1A5FA}"/>
              </a:ext>
            </a:extLst>
          </p:cNvPr>
          <p:cNvSpPr txBox="1"/>
          <p:nvPr/>
        </p:nvSpPr>
        <p:spPr>
          <a:xfrm>
            <a:off x="1826216" y="459565"/>
            <a:ext cx="1441343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customer</a:t>
            </a:r>
          </a:p>
          <a:p>
            <a:r>
              <a:rPr lang="en-US" dirty="0" err="1"/>
              <a:t>customer_id</a:t>
            </a:r>
            <a:endParaRPr lang="en-US" dirty="0"/>
          </a:p>
          <a:p>
            <a:r>
              <a:rPr lang="en-US" dirty="0" err="1"/>
              <a:t>first_name</a:t>
            </a:r>
            <a:endParaRPr lang="en-US" dirty="0"/>
          </a:p>
          <a:p>
            <a:r>
              <a:rPr lang="en-US" dirty="0" err="1"/>
              <a:t>last_name</a:t>
            </a:r>
            <a:endParaRPr lang="en-US" dirty="0"/>
          </a:p>
          <a:p>
            <a:r>
              <a:rPr lang="en-US" dirty="0"/>
              <a:t>email</a:t>
            </a:r>
          </a:p>
          <a:p>
            <a:r>
              <a:rPr lang="en-US" dirty="0"/>
              <a:t>phone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38CC9-0A17-D6B7-5CA3-C1A384E91892}"/>
              </a:ext>
            </a:extLst>
          </p:cNvPr>
          <p:cNvSpPr txBox="1"/>
          <p:nvPr/>
        </p:nvSpPr>
        <p:spPr>
          <a:xfrm>
            <a:off x="1826215" y="2551837"/>
            <a:ext cx="1441343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employee</a:t>
            </a:r>
          </a:p>
          <a:p>
            <a:r>
              <a:rPr lang="en-US" dirty="0" err="1"/>
              <a:t>employee_id</a:t>
            </a:r>
            <a:endParaRPr lang="en-US" dirty="0"/>
          </a:p>
          <a:p>
            <a:r>
              <a:rPr lang="en-US" dirty="0" err="1"/>
              <a:t>first_name</a:t>
            </a:r>
            <a:endParaRPr lang="en-US" dirty="0"/>
          </a:p>
          <a:p>
            <a:r>
              <a:rPr lang="en-US" dirty="0" err="1"/>
              <a:t>last_name</a:t>
            </a:r>
            <a:endParaRPr lang="en-US" dirty="0"/>
          </a:p>
          <a:p>
            <a:r>
              <a:rPr lang="en-US" dirty="0"/>
              <a:t>email</a:t>
            </a:r>
          </a:p>
          <a:p>
            <a:r>
              <a:rPr lang="en-US" dirty="0"/>
              <a:t>phone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44380C-9686-C893-826B-C254B4652AAF}"/>
              </a:ext>
            </a:extLst>
          </p:cNvPr>
          <p:cNvSpPr txBox="1"/>
          <p:nvPr/>
        </p:nvSpPr>
        <p:spPr>
          <a:xfrm>
            <a:off x="1826215" y="4678124"/>
            <a:ext cx="1118462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date</a:t>
            </a:r>
          </a:p>
          <a:p>
            <a:r>
              <a:rPr lang="en-US" dirty="0" err="1"/>
              <a:t>date_id</a:t>
            </a:r>
            <a:endParaRPr lang="en-US" dirty="0"/>
          </a:p>
          <a:p>
            <a:r>
              <a:rPr lang="en-US" dirty="0" err="1"/>
              <a:t>full_date</a:t>
            </a:r>
            <a:endParaRPr lang="en-US" dirty="0"/>
          </a:p>
          <a:p>
            <a:r>
              <a:rPr lang="en-US" dirty="0"/>
              <a:t>year</a:t>
            </a:r>
          </a:p>
          <a:p>
            <a:r>
              <a:rPr lang="en-US" dirty="0"/>
              <a:t>month</a:t>
            </a:r>
          </a:p>
          <a:p>
            <a:r>
              <a:rPr lang="en-US" dirty="0"/>
              <a:t>day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38993D-E113-BD70-344A-774D17219D66}"/>
              </a:ext>
            </a:extLst>
          </p:cNvPr>
          <p:cNvSpPr txBox="1"/>
          <p:nvPr/>
        </p:nvSpPr>
        <p:spPr>
          <a:xfrm>
            <a:off x="4494506" y="2413337"/>
            <a:ext cx="1601494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order</a:t>
            </a:r>
          </a:p>
          <a:p>
            <a:r>
              <a:rPr lang="en-US" dirty="0" err="1"/>
              <a:t>order_id</a:t>
            </a:r>
            <a:endParaRPr lang="en-US" dirty="0"/>
          </a:p>
          <a:p>
            <a:r>
              <a:rPr lang="en-US" dirty="0" err="1"/>
              <a:t>customer_id</a:t>
            </a:r>
            <a:endParaRPr lang="en-US" dirty="0"/>
          </a:p>
          <a:p>
            <a:r>
              <a:rPr lang="en-US" dirty="0" err="1"/>
              <a:t>employee_id</a:t>
            </a:r>
            <a:endParaRPr lang="en-US" dirty="0"/>
          </a:p>
          <a:p>
            <a:r>
              <a:rPr lang="en-US" dirty="0" err="1"/>
              <a:t>date_id</a:t>
            </a:r>
            <a:endParaRPr lang="en-US" dirty="0"/>
          </a:p>
          <a:p>
            <a:r>
              <a:rPr lang="en-US" dirty="0" err="1"/>
              <a:t>total_amount</a:t>
            </a:r>
            <a:endParaRPr lang="en-US" dirty="0"/>
          </a:p>
          <a:p>
            <a:r>
              <a:rPr lang="en-US" dirty="0"/>
              <a:t>status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C5D1B4-C934-9290-A29A-047BA245E874}"/>
              </a:ext>
            </a:extLst>
          </p:cNvPr>
          <p:cNvSpPr txBox="1"/>
          <p:nvPr/>
        </p:nvSpPr>
        <p:spPr>
          <a:xfrm>
            <a:off x="7322948" y="2413337"/>
            <a:ext cx="1278611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sales</a:t>
            </a:r>
          </a:p>
          <a:p>
            <a:r>
              <a:rPr lang="en-US" dirty="0" err="1"/>
              <a:t>sale_id</a:t>
            </a:r>
            <a:endParaRPr lang="en-US" dirty="0"/>
          </a:p>
          <a:p>
            <a:r>
              <a:rPr lang="en-US" dirty="0" err="1"/>
              <a:t>order_id</a:t>
            </a:r>
            <a:endParaRPr lang="en-US" dirty="0"/>
          </a:p>
          <a:p>
            <a:r>
              <a:rPr lang="en-US" dirty="0" err="1"/>
              <a:t>book_id</a:t>
            </a:r>
            <a:endParaRPr lang="en-US" dirty="0"/>
          </a:p>
          <a:p>
            <a:r>
              <a:rPr lang="en-US" dirty="0"/>
              <a:t>quantity</a:t>
            </a:r>
          </a:p>
          <a:p>
            <a:r>
              <a:rPr lang="en-US" dirty="0" err="1"/>
              <a:t>unit_price</a:t>
            </a:r>
            <a:endParaRPr lang="en-US" dirty="0"/>
          </a:p>
          <a:p>
            <a:r>
              <a:rPr lang="en-US" dirty="0"/>
              <a:t>total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22AB46-0F2B-4127-0AD2-AC2FF622D39A}"/>
              </a:ext>
            </a:extLst>
          </p:cNvPr>
          <p:cNvSpPr txBox="1"/>
          <p:nvPr/>
        </p:nvSpPr>
        <p:spPr>
          <a:xfrm>
            <a:off x="9828507" y="2413336"/>
            <a:ext cx="1278611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book</a:t>
            </a:r>
          </a:p>
          <a:p>
            <a:r>
              <a:rPr lang="en-US" dirty="0" err="1"/>
              <a:t>book_id</a:t>
            </a:r>
            <a:endParaRPr lang="en-US" dirty="0"/>
          </a:p>
          <a:p>
            <a:r>
              <a:rPr lang="en-US" dirty="0"/>
              <a:t>title</a:t>
            </a:r>
          </a:p>
          <a:p>
            <a:r>
              <a:rPr lang="en-US" dirty="0"/>
              <a:t>author</a:t>
            </a:r>
          </a:p>
          <a:p>
            <a:r>
              <a:rPr lang="en-US" dirty="0"/>
              <a:t>price</a:t>
            </a:r>
          </a:p>
          <a:p>
            <a:r>
              <a:rPr lang="en-US" dirty="0"/>
              <a:t>inventory</a:t>
            </a:r>
          </a:p>
          <a:p>
            <a:r>
              <a:rPr lang="en-US" dirty="0"/>
              <a:t>genre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B344BA-6397-DF19-362D-EDFAC9E20DF2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3267558" y="3429000"/>
            <a:ext cx="12269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F136C3-5347-2018-268A-595C006D52F9}"/>
              </a:ext>
            </a:extLst>
          </p:cNvPr>
          <p:cNvCxnSpPr/>
          <p:nvPr/>
        </p:nvCxnSpPr>
        <p:spPr>
          <a:xfrm>
            <a:off x="6096000" y="3428998"/>
            <a:ext cx="12269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82230C-7CF2-9B83-A132-0F56ECD67CC8}"/>
              </a:ext>
            </a:extLst>
          </p:cNvPr>
          <p:cNvCxnSpPr/>
          <p:nvPr/>
        </p:nvCxnSpPr>
        <p:spPr>
          <a:xfrm>
            <a:off x="8601559" y="3414789"/>
            <a:ext cx="12269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650C12-DCAB-5ED1-BB3E-48DA6E6351CD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267558" y="1323809"/>
            <a:ext cx="1226948" cy="21051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6D1995-4C44-D8AC-B842-B2627C65C94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2944677" y="3429000"/>
            <a:ext cx="1549829" cy="21262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085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4879B-7CD4-EC23-8873-52A654EDF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12C935-3E27-D601-0883-4E63F9D09DB9}"/>
              </a:ext>
            </a:extLst>
          </p:cNvPr>
          <p:cNvSpPr txBox="1"/>
          <p:nvPr/>
        </p:nvSpPr>
        <p:spPr>
          <a:xfrm>
            <a:off x="2794401" y="459565"/>
            <a:ext cx="1441343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customer</a:t>
            </a:r>
          </a:p>
          <a:p>
            <a:r>
              <a:rPr lang="en-US" dirty="0" err="1"/>
              <a:t>customer_id</a:t>
            </a:r>
            <a:endParaRPr lang="en-US" dirty="0"/>
          </a:p>
          <a:p>
            <a:r>
              <a:rPr lang="en-US" dirty="0" err="1"/>
              <a:t>first_name</a:t>
            </a:r>
            <a:endParaRPr lang="en-US" dirty="0"/>
          </a:p>
          <a:p>
            <a:r>
              <a:rPr lang="en-US" dirty="0" err="1"/>
              <a:t>last_name</a:t>
            </a:r>
            <a:endParaRPr lang="en-US" dirty="0"/>
          </a:p>
          <a:p>
            <a:r>
              <a:rPr lang="en-US" dirty="0"/>
              <a:t>email</a:t>
            </a:r>
          </a:p>
          <a:p>
            <a:r>
              <a:rPr lang="en-US" dirty="0"/>
              <a:t>phone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C873F1-09E7-F27F-6E6A-36331A3CC909}"/>
              </a:ext>
            </a:extLst>
          </p:cNvPr>
          <p:cNvSpPr txBox="1"/>
          <p:nvPr/>
        </p:nvSpPr>
        <p:spPr>
          <a:xfrm>
            <a:off x="2794400" y="2551837"/>
            <a:ext cx="1441343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employee</a:t>
            </a:r>
          </a:p>
          <a:p>
            <a:r>
              <a:rPr lang="en-US" dirty="0" err="1"/>
              <a:t>employee_id</a:t>
            </a:r>
            <a:endParaRPr lang="en-US" dirty="0"/>
          </a:p>
          <a:p>
            <a:r>
              <a:rPr lang="en-US" dirty="0" err="1"/>
              <a:t>first_name</a:t>
            </a:r>
            <a:endParaRPr lang="en-US" dirty="0"/>
          </a:p>
          <a:p>
            <a:r>
              <a:rPr lang="en-US" dirty="0" err="1"/>
              <a:t>last_name</a:t>
            </a:r>
            <a:endParaRPr lang="en-US" dirty="0"/>
          </a:p>
          <a:p>
            <a:r>
              <a:rPr lang="en-US" dirty="0"/>
              <a:t>email</a:t>
            </a:r>
          </a:p>
          <a:p>
            <a:r>
              <a:rPr lang="en-US" dirty="0"/>
              <a:t>phone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A34C1-024B-A4D5-ED90-CD0AEE3DD668}"/>
              </a:ext>
            </a:extLst>
          </p:cNvPr>
          <p:cNvSpPr txBox="1"/>
          <p:nvPr/>
        </p:nvSpPr>
        <p:spPr>
          <a:xfrm>
            <a:off x="2794400" y="4678124"/>
            <a:ext cx="1118462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date</a:t>
            </a:r>
          </a:p>
          <a:p>
            <a:r>
              <a:rPr lang="en-US" dirty="0" err="1"/>
              <a:t>date_id</a:t>
            </a:r>
            <a:endParaRPr lang="en-US" dirty="0"/>
          </a:p>
          <a:p>
            <a:r>
              <a:rPr lang="en-US" dirty="0" err="1"/>
              <a:t>full_date</a:t>
            </a:r>
            <a:endParaRPr lang="en-US" dirty="0"/>
          </a:p>
          <a:p>
            <a:r>
              <a:rPr lang="en-US" dirty="0"/>
              <a:t>year</a:t>
            </a:r>
          </a:p>
          <a:p>
            <a:r>
              <a:rPr lang="en-US" dirty="0"/>
              <a:t>month</a:t>
            </a:r>
          </a:p>
          <a:p>
            <a:r>
              <a:rPr lang="en-US" dirty="0"/>
              <a:t>day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32DF9E-902E-407D-3259-CEBDA341AB90}"/>
              </a:ext>
            </a:extLst>
          </p:cNvPr>
          <p:cNvSpPr txBox="1"/>
          <p:nvPr/>
        </p:nvSpPr>
        <p:spPr>
          <a:xfrm>
            <a:off x="5462691" y="2413337"/>
            <a:ext cx="1601494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order</a:t>
            </a:r>
          </a:p>
          <a:p>
            <a:r>
              <a:rPr lang="en-US" dirty="0" err="1"/>
              <a:t>order_id</a:t>
            </a:r>
            <a:endParaRPr lang="en-US" dirty="0"/>
          </a:p>
          <a:p>
            <a:r>
              <a:rPr lang="en-US" dirty="0" err="1"/>
              <a:t>customer_id</a:t>
            </a:r>
            <a:endParaRPr lang="en-US" dirty="0"/>
          </a:p>
          <a:p>
            <a:r>
              <a:rPr lang="en-US" dirty="0" err="1"/>
              <a:t>employee_id</a:t>
            </a:r>
            <a:endParaRPr lang="en-US" dirty="0"/>
          </a:p>
          <a:p>
            <a:r>
              <a:rPr lang="en-US" dirty="0" err="1"/>
              <a:t>date_id</a:t>
            </a:r>
            <a:endParaRPr lang="en-US" dirty="0"/>
          </a:p>
          <a:p>
            <a:r>
              <a:rPr lang="en-US" dirty="0" err="1"/>
              <a:t>total_amount</a:t>
            </a:r>
            <a:endParaRPr lang="en-US" dirty="0"/>
          </a:p>
          <a:p>
            <a:r>
              <a:rPr lang="en-US" dirty="0"/>
              <a:t>status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415066-3C6D-79B6-CEE6-44CF2B21CF50}"/>
              </a:ext>
            </a:extLst>
          </p:cNvPr>
          <p:cNvSpPr txBox="1"/>
          <p:nvPr/>
        </p:nvSpPr>
        <p:spPr>
          <a:xfrm>
            <a:off x="8291133" y="2413337"/>
            <a:ext cx="1278611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sales</a:t>
            </a:r>
          </a:p>
          <a:p>
            <a:r>
              <a:rPr lang="en-US" dirty="0" err="1"/>
              <a:t>sale_id</a:t>
            </a:r>
            <a:endParaRPr lang="en-US" dirty="0"/>
          </a:p>
          <a:p>
            <a:r>
              <a:rPr lang="en-US" dirty="0" err="1"/>
              <a:t>order_id</a:t>
            </a:r>
            <a:endParaRPr lang="en-US" dirty="0"/>
          </a:p>
          <a:p>
            <a:r>
              <a:rPr lang="en-US" dirty="0" err="1"/>
              <a:t>book_id</a:t>
            </a:r>
            <a:endParaRPr lang="en-US" dirty="0"/>
          </a:p>
          <a:p>
            <a:r>
              <a:rPr lang="en-US" dirty="0"/>
              <a:t>quantity</a:t>
            </a:r>
          </a:p>
          <a:p>
            <a:r>
              <a:rPr lang="en-US" dirty="0" err="1"/>
              <a:t>unit_price</a:t>
            </a:r>
            <a:endParaRPr lang="en-US" dirty="0"/>
          </a:p>
          <a:p>
            <a:r>
              <a:rPr lang="en-US" dirty="0"/>
              <a:t>total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8FB02-CCD0-359D-D5CE-1D11E1BE91E3}"/>
              </a:ext>
            </a:extLst>
          </p:cNvPr>
          <p:cNvSpPr txBox="1"/>
          <p:nvPr/>
        </p:nvSpPr>
        <p:spPr>
          <a:xfrm>
            <a:off x="10796692" y="2413336"/>
            <a:ext cx="1278611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book</a:t>
            </a:r>
          </a:p>
          <a:p>
            <a:r>
              <a:rPr lang="en-US" dirty="0" err="1"/>
              <a:t>book_id</a:t>
            </a:r>
            <a:endParaRPr lang="en-US" dirty="0"/>
          </a:p>
          <a:p>
            <a:r>
              <a:rPr lang="en-US" dirty="0"/>
              <a:t>title</a:t>
            </a:r>
          </a:p>
          <a:p>
            <a:r>
              <a:rPr lang="en-US" dirty="0"/>
              <a:t>author</a:t>
            </a:r>
          </a:p>
          <a:p>
            <a:r>
              <a:rPr lang="en-US" dirty="0"/>
              <a:t>price</a:t>
            </a:r>
          </a:p>
          <a:p>
            <a:r>
              <a:rPr lang="en-US" dirty="0"/>
              <a:t>inventory</a:t>
            </a:r>
          </a:p>
          <a:p>
            <a:r>
              <a:rPr lang="en-US" dirty="0"/>
              <a:t>genre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714EEB-D55F-9A50-4119-66A9142BBEA7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235743" y="3429000"/>
            <a:ext cx="12269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7C712F-C15A-5CFC-82EB-A9645C4305FB}"/>
              </a:ext>
            </a:extLst>
          </p:cNvPr>
          <p:cNvCxnSpPr/>
          <p:nvPr/>
        </p:nvCxnSpPr>
        <p:spPr>
          <a:xfrm>
            <a:off x="7064185" y="3428998"/>
            <a:ext cx="12269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B28EB0-33F9-4B0D-0A39-5D71018446B8}"/>
              </a:ext>
            </a:extLst>
          </p:cNvPr>
          <p:cNvCxnSpPr/>
          <p:nvPr/>
        </p:nvCxnSpPr>
        <p:spPr>
          <a:xfrm>
            <a:off x="9569744" y="3414789"/>
            <a:ext cx="12269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95EDB2-7856-DC6D-B80F-CE5F5C99553E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235743" y="1323809"/>
            <a:ext cx="1226948" cy="21051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94054F-E254-C031-B143-A10FAEFB2E9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912862" y="3429000"/>
            <a:ext cx="1549829" cy="21262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7DE14F3-A7A6-2192-B03C-7BAC30A53BF9}"/>
              </a:ext>
            </a:extLst>
          </p:cNvPr>
          <p:cNvSpPr txBox="1"/>
          <p:nvPr/>
        </p:nvSpPr>
        <p:spPr>
          <a:xfrm>
            <a:off x="290131" y="2376404"/>
            <a:ext cx="1278611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book</a:t>
            </a:r>
          </a:p>
          <a:p>
            <a:r>
              <a:rPr lang="en-US" dirty="0" err="1"/>
              <a:t>book_id</a:t>
            </a:r>
            <a:endParaRPr lang="en-US" dirty="0"/>
          </a:p>
          <a:p>
            <a:r>
              <a:rPr lang="en-US" dirty="0"/>
              <a:t>title</a:t>
            </a:r>
          </a:p>
          <a:p>
            <a:r>
              <a:rPr lang="en-US" dirty="0"/>
              <a:t>author</a:t>
            </a:r>
          </a:p>
          <a:p>
            <a:r>
              <a:rPr lang="en-US" dirty="0"/>
              <a:t>price</a:t>
            </a:r>
          </a:p>
          <a:p>
            <a:r>
              <a:rPr lang="en-US" dirty="0"/>
              <a:t>inventory</a:t>
            </a:r>
          </a:p>
          <a:p>
            <a:r>
              <a:rPr lang="en-US" dirty="0"/>
              <a:t>genre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389E64-142F-F936-3185-44D553F44469}"/>
              </a:ext>
            </a:extLst>
          </p:cNvPr>
          <p:cNvCxnSpPr/>
          <p:nvPr/>
        </p:nvCxnSpPr>
        <p:spPr>
          <a:xfrm>
            <a:off x="1567452" y="3396095"/>
            <a:ext cx="12269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673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159</Words>
  <Application>Microsoft Macintosh PowerPoint</Application>
  <PresentationFormat>Widescreen</PresentationFormat>
  <Paragraphs>85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Zahra Sepahi</dc:creator>
  <cp:lastModifiedBy>Zahra Sepahi</cp:lastModifiedBy>
  <cp:revision>1</cp:revision>
  <dcterms:created xsi:type="dcterms:W3CDTF">2025-11-23T17:16:01Z</dcterms:created>
  <dcterms:modified xsi:type="dcterms:W3CDTF">2025-11-23T17:26:03Z</dcterms:modified>
</cp:coreProperties>
</file>