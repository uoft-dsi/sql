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58"/>
  </p:normalViewPr>
  <p:slideViewPr>
    <p:cSldViewPr snapToGrid="0">
      <p:cViewPr>
        <p:scale>
          <a:sx n="176" d="100"/>
          <a:sy n="176" d="100"/>
        </p:scale>
        <p:origin x="48" y="-10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4D9EE-5412-712F-1EED-441CE1083E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42CE83-2035-925F-F0A3-187378CBE3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9E1C04-5CA9-F140-5EDC-A648B4193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3E13F-1EA4-A94B-B1EF-0AF996DDD02F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3C7FCF-7FD2-178A-93F8-596479FB0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063A1C-F380-ADFF-0910-EB2589568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9AE6A-EAFA-3147-9E61-3211ED12FD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6351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95E7B-FEA0-1F83-191B-D454E0716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5E5B8B-D17E-B0C0-8E6E-4EDFDD216A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57895D-CCD7-A945-D118-D11363833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3E13F-1EA4-A94B-B1EF-0AF996DDD02F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438A2C-6BD8-40F5-9EC3-AF4A80ACC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F68599-E040-75CD-37E4-2A5621118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9AE6A-EAFA-3147-9E61-3211ED12FD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2913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3666B-30B5-24C2-408A-BBD8AD15C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34F816-1CBF-91D6-F855-D1BCE2D8EC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EF9510-672F-5716-30FF-611E3E7EC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3E13F-1EA4-A94B-B1EF-0AF996DDD02F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1DD042-578B-4770-C19C-91D84C0B6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1E3FEF-1752-6BF7-C1EE-C384B04CD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9AE6A-EAFA-3147-9E61-3211ED12FD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308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C8ECB-80A7-900D-6AD1-0D5863116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098DF0-7DD3-2D40-749C-625048B6B2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FF376C-7C62-8209-EF16-E0EE8887A5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2A4B49-FB0E-DEBD-1315-112CF3013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3E13F-1EA4-A94B-B1EF-0AF996DDD02F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C8BF38-EBBC-83E6-4C08-DFB5472DF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5485A0-BB58-7ED9-92AB-194F20452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9AE6A-EAFA-3147-9E61-3211ED12FD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8722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724DA-37E8-97D0-CD0A-08CD800B1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93552D-BFA9-4DBC-E2BD-BC807DA6D9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3A769C-8289-D213-4498-42682ED238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1EB787-8DA8-D80F-820A-AC5AFDE261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D4232E-3372-DE24-6215-713125CB1D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52734C-E61C-8A9B-F47C-F9151E7CB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3E13F-1EA4-A94B-B1EF-0AF996DDD02F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41FFAD-9002-0D10-879A-0547B4043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4709D8-2C54-D605-857A-251E910BD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9AE6A-EAFA-3147-9E61-3211ED12FD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3913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0E72B-31DF-C58F-F8BD-BDCBB4A2B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FD7BC7-573B-AC68-DF30-40936A29C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3E13F-1EA4-A94B-B1EF-0AF996DDD02F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6B533A-6810-D239-BAF1-E68E2539B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1F6613-CBF5-48D9-D84E-EB7BD9A1E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9AE6A-EAFA-3147-9E61-3211ED12FD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5740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E75C4B-E52E-1904-CD19-DB79607F8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3E13F-1EA4-A94B-B1EF-0AF996DDD02F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0715F9-6D2D-A248-CC7E-74287AA6B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4B7F4A-52BD-6355-5BD5-8A339AB81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9AE6A-EAFA-3147-9E61-3211ED12FD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0749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CB731-297A-7C5A-6129-1224248FD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1E9878-1BCB-450D-F671-FBE2E8B32F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054EB0-5FF3-ED7C-C996-6495CB0C15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DF7DB9-09D4-E4EB-1FFC-D401BF04C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3E13F-1EA4-A94B-B1EF-0AF996DDD02F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7E6852-11D4-0920-14F8-4079D2ED9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BCF354-AD35-580D-0AAD-A11F9E54A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9AE6A-EAFA-3147-9E61-3211ED12FD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4241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FB950-F4BD-FAAD-C967-FA600D29F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E9B278-17FA-6F6D-4F64-8E3F097D0E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79234A-70C0-B1F6-4861-28771E596A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A8276B-B67C-7839-AD76-647364FB5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3E13F-1EA4-A94B-B1EF-0AF996DDD02F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981CF1-7273-596C-54D1-601D31F89A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F9EE22-273E-9796-FE76-3074B0EBD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9AE6A-EAFA-3147-9E61-3211ED12FD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576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6C93C-4F5B-40E7-C05C-CD8242070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16B932-867A-6845-DAAE-D1AA27F907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300DC0-8A18-40F2-A7E6-3C996BB16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3E13F-1EA4-A94B-B1EF-0AF996DDD02F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6546DD-FEF3-6393-3D8E-887C52D95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DDE3B2-AEE6-A1B7-FC5D-35CD3A285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9AE6A-EAFA-3147-9E61-3211ED12FD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9406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223DBD8-7D30-689F-0FA2-96F870E0C8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CEFCD0-41AB-0261-E3FC-B16B354863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02CBFD-BC57-5708-1161-54C13EEB8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3E13F-1EA4-A94B-B1EF-0AF996DDD02F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C9E5F0-875F-086F-7ED5-ECCE05C23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4932EA-4E5D-C6CF-3FD1-D1CD4853E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9AE6A-EAFA-3147-9E61-3211ED12FD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7971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A885AFF-D1D5-EF0B-83A0-90F0E9D89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681011-D686-82A2-851C-68B1DC9F28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D94CB9-A8EE-C575-D03C-4670731241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C3E13F-1EA4-A94B-B1EF-0AF996DDD02F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0986F8-7412-1EB0-1355-9A10460597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E50850-E2A7-2669-E4BD-FDCCDD12EF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D9AE6A-EAFA-3147-9E61-3211ED12FD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2718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16E859D-7224-2498-7380-9E92D9338AD0}"/>
              </a:ext>
            </a:extLst>
          </p:cNvPr>
          <p:cNvSpPr txBox="1"/>
          <p:nvPr/>
        </p:nvSpPr>
        <p:spPr>
          <a:xfrm>
            <a:off x="1010093" y="861237"/>
            <a:ext cx="1904689" cy="16312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vendor_inventory</a:t>
            </a: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market_date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quantity</a:t>
            </a:r>
          </a:p>
          <a:p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vendor_id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product_id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original_price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67617C-2B1A-F0BF-0D03-3E74D06690F2}"/>
              </a:ext>
            </a:extLst>
          </p:cNvPr>
          <p:cNvSpPr txBox="1"/>
          <p:nvPr/>
        </p:nvSpPr>
        <p:spPr>
          <a:xfrm>
            <a:off x="1010092" y="3320902"/>
            <a:ext cx="2803973" cy="10772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vendor_booth_assignment</a:t>
            </a: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vendor_id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booth_number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market_date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29D4E7-0732-8273-BFAF-C3B60A8BECD0}"/>
              </a:ext>
            </a:extLst>
          </p:cNvPr>
          <p:cNvSpPr txBox="1"/>
          <p:nvPr/>
        </p:nvSpPr>
        <p:spPr>
          <a:xfrm>
            <a:off x="5139069" y="858216"/>
            <a:ext cx="2555508" cy="15696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vendor</a:t>
            </a:r>
          </a:p>
          <a:p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vendor_id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vendor_name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vendor_type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vendor_owner_first_name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vendor_owner_last_name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2B4441-7437-B70B-8465-E53A9F076BC2}"/>
              </a:ext>
            </a:extLst>
          </p:cNvPr>
          <p:cNvSpPr txBox="1"/>
          <p:nvPr/>
        </p:nvSpPr>
        <p:spPr>
          <a:xfrm>
            <a:off x="5139069" y="3320902"/>
            <a:ext cx="1802096" cy="13234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booth</a:t>
            </a:r>
          </a:p>
          <a:p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booth_number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booth_price_level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booth_description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booth_type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AF93C5E-3641-9683-488B-20F74FEC3C66}"/>
              </a:ext>
            </a:extLst>
          </p:cNvPr>
          <p:cNvCxnSpPr>
            <a:cxnSpLocks/>
          </p:cNvCxnSpPr>
          <p:nvPr/>
        </p:nvCxnSpPr>
        <p:spPr>
          <a:xfrm>
            <a:off x="2914782" y="1676845"/>
            <a:ext cx="222428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87E3508-4F40-215D-45B0-3D83381EE81A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3814065" y="3982622"/>
            <a:ext cx="132500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9B742BE-3F38-4D3C-A634-63DF8BE712C1}"/>
              </a:ext>
            </a:extLst>
          </p:cNvPr>
          <p:cNvCxnSpPr>
            <a:cxnSpLocks/>
          </p:cNvCxnSpPr>
          <p:nvPr/>
        </p:nvCxnSpPr>
        <p:spPr>
          <a:xfrm flipV="1">
            <a:off x="548640" y="1676845"/>
            <a:ext cx="0" cy="218266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C4CB018-8C1F-5179-DCD2-8C929059B828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548640" y="3859511"/>
            <a:ext cx="46145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FEB9086-1063-008B-BAB0-4F609053BC31}"/>
              </a:ext>
            </a:extLst>
          </p:cNvPr>
          <p:cNvCxnSpPr>
            <a:cxnSpLocks/>
          </p:cNvCxnSpPr>
          <p:nvPr/>
        </p:nvCxnSpPr>
        <p:spPr>
          <a:xfrm>
            <a:off x="548640" y="1688256"/>
            <a:ext cx="46145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53124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69</Words>
  <Application>Microsoft Macintosh PowerPoint</Application>
  <PresentationFormat>Widescreen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Zahra Sepahi</dc:creator>
  <cp:lastModifiedBy>Zahra Sepahi</cp:lastModifiedBy>
  <cp:revision>1</cp:revision>
  <dcterms:created xsi:type="dcterms:W3CDTF">2025-11-18T20:32:27Z</dcterms:created>
  <dcterms:modified xsi:type="dcterms:W3CDTF">2025-11-18T20:36:36Z</dcterms:modified>
</cp:coreProperties>
</file>