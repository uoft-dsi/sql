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D39F-6764-CBEA-ED66-409DAD099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9C608B-6775-BB68-A56E-F238D376E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32235-7BDD-76A5-89FC-94B1319AC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047AF-3280-87FF-68BE-FC398DA51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053BE-8CF6-BEC9-A209-5F79D68B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4221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2B089-9451-FAC6-55CC-0CF26BC60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C77BB-4DFF-C776-F2E0-C783BF512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16165-6700-FB5C-1172-BBD950AD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739FD-DD8E-F180-9DF0-0BE895C71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ACCA8-9EE2-445E-7BDB-5C578002A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5955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55E8-3590-6D06-B212-4E3658059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26E19-C30C-7449-BB62-49D8A52B3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3E66E-485B-F3C9-FD2F-CC6149F7F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78B0A-7744-547E-456E-C52DC4B8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92393-EC33-2D42-D2CB-BCB03D39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9243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189E-28BF-2634-4274-F813E498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53406-99A6-4F46-D507-B17B5C720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45AED-3511-6A38-9046-6A24737E6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7251A-455C-917F-4DBE-76A073D3C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0F7D1-094E-5920-73C2-A22F2AB27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4469A-15C2-82E4-E537-7ABAD725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6539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0764-8F69-206C-C9EB-AF2150AE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24E0C-4919-741F-6802-3AC38573A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730C0-6124-6FAD-FC69-76355C799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063C5D-59DA-385B-85F2-9F6EBCE45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C43FB1-346F-F1F6-BC30-13E2A278C8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87CF18-0ACD-6B88-B692-B00D28976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04FD1B-F6C6-D67F-8332-EE9E53B17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CA662-7D06-A81C-979D-47153766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476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D1E0B-56F3-1DB3-875D-E1606A815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8B2CE1-609C-A9B8-BED2-B9D15CD67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38690-21B7-8F13-1FB4-844517FC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4B96A-6BAE-218F-8B45-85FF241BD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893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468F2-A7D0-DB41-C6C0-703E3BA8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BE14B8-546B-7F02-7A35-A9D9B6F32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29A2C-CAF8-8BBE-D896-04C7F395F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921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41230-8989-AC9F-29D9-35AAA1820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71C90-5642-A8E2-9872-2D61C2E01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8A8070-F61F-7665-B7C2-8D752F0F3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4D02C-BC00-E204-427A-23858A03E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63750-B8E7-F0F2-B4B9-8A5CA9821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2158C-AF57-AD8A-5CCC-5B40B079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2187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9C740-1A8B-60F3-FF43-2AEC1F68C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1DFF74-3BAB-53AC-32B2-D99D5A9907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2A4BA-6EFB-8D48-38F9-476C3CA06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A7910-004F-5864-79D9-1259298E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51760-C51F-E90B-CE51-84730D02C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B8F23-E788-2821-D0E4-5FC5B1FF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2025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04E57-1E36-7F93-0186-870377FD3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852DE-36F5-BAAB-DECE-AD8C8CB07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66FCB-F5A9-8239-494B-4CE11180D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E0C38-F8FF-9305-6D4A-AB8C92E36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CB144-BDD4-532F-CB1D-87114267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015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417D1B-A874-6622-8C09-F618DAA811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49503-FA0E-74C0-D39D-8295A28A9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B775F-8771-27E8-D614-D20ED60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3DEA2-EBED-AD75-85D9-6A912E236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85A76-C515-F516-EC04-CBBC49AF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9320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D9849-10D1-9BD9-E1BC-9F61BF0A3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A8E0F-CA5C-3CF0-4739-163FA56AC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99CFA-523B-3C1A-E02D-91FB5D6CD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93433-A103-9E62-E99C-65CD242EC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FE874-4FCE-64FF-1C94-1EEDBB8BE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330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E0B48B-ECF2-98B2-1AE9-5C181B185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693" y="338885"/>
            <a:ext cx="10883154" cy="531812"/>
          </a:xfrm>
        </p:spPr>
        <p:txBody>
          <a:bodyPr>
            <a:normAutofit/>
          </a:bodyPr>
          <a:lstStyle/>
          <a:p>
            <a:r>
              <a:rPr lang="en-CA" dirty="0"/>
              <a:t>Mary Randle, SQL Assignment 1, Section 1: Meet the </a:t>
            </a:r>
            <a:r>
              <a:rPr lang="en-CA" dirty="0" err="1"/>
              <a:t>farmersmarket.db</a:t>
            </a:r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8CA7A7-073E-98C3-E849-D699349D3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737148"/>
              </p:ext>
            </p:extLst>
          </p:nvPr>
        </p:nvGraphicFramePr>
        <p:xfrm>
          <a:off x="851648" y="2091266"/>
          <a:ext cx="4222375" cy="237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442">
                  <a:extLst>
                    <a:ext uri="{9D8B030D-6E8A-4147-A177-3AD203B41FA5}">
                      <a16:colId xmlns:a16="http://schemas.microsoft.com/office/drawing/2014/main" val="3085882518"/>
                    </a:ext>
                  </a:extLst>
                </a:gridCol>
                <a:gridCol w="1865655">
                  <a:extLst>
                    <a:ext uri="{9D8B030D-6E8A-4147-A177-3AD203B41FA5}">
                      <a16:colId xmlns:a16="http://schemas.microsoft.com/office/drawing/2014/main" val="2485624377"/>
                    </a:ext>
                  </a:extLst>
                </a:gridCol>
                <a:gridCol w="1453278">
                  <a:extLst>
                    <a:ext uri="{9D8B030D-6E8A-4147-A177-3AD203B41FA5}">
                      <a16:colId xmlns:a16="http://schemas.microsoft.com/office/drawing/2014/main" val="1952722585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CA" sz="1400" dirty="0"/>
                        <a:t>product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17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400" dirty="0"/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product_id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int (11)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200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product_name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varchar(45)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939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product_size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varchar (45)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087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400" dirty="0"/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product_category_od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int (11)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781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product_qty_type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varchar (45)</a:t>
                      </a:r>
                    </a:p>
                    <a:p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34340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820CD0-0A37-53E6-A2C5-1DBC71DD1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826158"/>
              </p:ext>
            </p:extLst>
          </p:nvPr>
        </p:nvGraphicFramePr>
        <p:xfrm>
          <a:off x="6329083" y="1720426"/>
          <a:ext cx="3998259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949">
                  <a:extLst>
                    <a:ext uri="{9D8B030D-6E8A-4147-A177-3AD203B41FA5}">
                      <a16:colId xmlns:a16="http://schemas.microsoft.com/office/drawing/2014/main" val="3085882518"/>
                    </a:ext>
                  </a:extLst>
                </a:gridCol>
                <a:gridCol w="1611655">
                  <a:extLst>
                    <a:ext uri="{9D8B030D-6E8A-4147-A177-3AD203B41FA5}">
                      <a16:colId xmlns:a16="http://schemas.microsoft.com/office/drawing/2014/main" val="2485624377"/>
                    </a:ext>
                  </a:extLst>
                </a:gridCol>
                <a:gridCol w="1611655">
                  <a:extLst>
                    <a:ext uri="{9D8B030D-6E8A-4147-A177-3AD203B41FA5}">
                      <a16:colId xmlns:a16="http://schemas.microsoft.com/office/drawing/2014/main" val="1952722585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CA" sz="1400" dirty="0" err="1"/>
                        <a:t>customer_purchases</a:t>
                      </a:r>
                      <a:endParaRPr lang="en-CA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17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400" dirty="0"/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product_id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int (11)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200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400" dirty="0"/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vendor_id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int (11)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939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400" dirty="0"/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market_date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087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400" dirty="0"/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customer_id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int (11)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781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decimal (16,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343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cost_to_customer_per_qty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decimal (16,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641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400" dirty="0"/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transaction_time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563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1242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2584</TotalTime>
  <Words>116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Sobeys Capital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Randle, Mary</dc:creator>
  <cp:lastModifiedBy>Randle, Mary</cp:lastModifiedBy>
  <cp:revision>4</cp:revision>
  <dcterms:created xsi:type="dcterms:W3CDTF">2025-11-12T22:18:04Z</dcterms:created>
  <dcterms:modified xsi:type="dcterms:W3CDTF">2025-11-14T17:22:34Z</dcterms:modified>
</cp:coreProperties>
</file>